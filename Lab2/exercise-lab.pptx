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587" r:id="rId2"/>
    <p:sldId id="577" r:id="rId3"/>
    <p:sldId id="58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37"/>
  </p:normalViewPr>
  <p:slideViewPr>
    <p:cSldViewPr snapToGrid="0" snapToObjects="1">
      <p:cViewPr varScale="1">
        <p:scale>
          <a:sx n="128" d="100"/>
          <a:sy n="128" d="100"/>
        </p:scale>
        <p:origin x="4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CBB03-92EF-A645-A71E-6F6C1BCE90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8F3512-EDD3-754C-941D-170EE65D1D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0F3D37-9B56-3245-B694-3BA220AF2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20CB0-82E1-FF47-B856-0C864C4C527A}" type="datetimeFigureOut">
              <a:rPr lang="en-US" smtClean="0"/>
              <a:t>9/22/20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EDDFA2-1E3D-9B45-A6F4-D1318A773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7D6974-5A8E-A342-B0E5-0AFE0D1BB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4A5D8-7EA6-834D-BC1E-BE4E8FEAA6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4782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B7154-360E-354F-933A-DFFCBB064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9812EE-EF61-6045-A3B9-45A7283D32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0F3CE5-88F3-6041-986D-5835F33908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20CB0-82E1-FF47-B856-0C864C4C527A}" type="datetimeFigureOut">
              <a:rPr lang="en-US" smtClean="0"/>
              <a:t>9/22/20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B30BC2-FB1D-914A-B514-25FA7B5C1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885529-AE20-EA4F-B5E8-4BD978BF6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4A5D8-7EA6-834D-BC1E-BE4E8FEAA6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309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2FA00-8B0E-284C-BC20-C7B21DB56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99F86A-A0B6-1141-A49E-FEEB9F3429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168D7D-D3D6-464A-8333-42FE79B2F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20CB0-82E1-FF47-B856-0C864C4C527A}" type="datetimeFigureOut">
              <a:rPr lang="en-US" smtClean="0"/>
              <a:t>9/22/20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BE54D3-3A72-744E-8A0C-9AFA33DEA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D09BC9-1415-2147-987B-5141D9775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4A5D8-7EA6-834D-BC1E-BE4E8FEAA6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2236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C7C5E-578E-9449-B6A1-13AB135E2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896FBE-73FA-F049-8288-15E1B9B9F0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BB1D64-A6AF-8A43-BBFE-36321E62A7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6B10D1-5279-814A-A28E-7A575EAE7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20CB0-82E1-FF47-B856-0C864C4C527A}" type="datetimeFigureOut">
              <a:rPr lang="en-US" smtClean="0"/>
              <a:t>9/22/20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A9E9E3-D3A2-2246-AC18-0B3FA9C81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A0EB1A-416E-CB43-889C-9274C3BA5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4A5D8-7EA6-834D-BC1E-BE4E8FEAA6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704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D2373-14D2-E049-8177-0444F100B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884486-74D4-584C-A29B-7A0ABB405C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AC0AB8-D17B-2140-BDE8-1B6CD6F0C7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4966E44-113B-8644-BFE9-C4F097B610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714D32-045E-194F-B3E6-EEAF61A90D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5777158-B72F-9944-8AA9-4A2919154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20CB0-82E1-FF47-B856-0C864C4C527A}" type="datetimeFigureOut">
              <a:rPr lang="en-US" smtClean="0"/>
              <a:t>9/22/20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96FF033-8B60-664C-84DB-7B885B1A3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0A017E-F767-924A-9EAF-9915A16B2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4A5D8-7EA6-834D-BC1E-BE4E8FEAA6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8041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ADE04-86EB-DF40-B05D-37F43F97E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377BA5-3BED-2248-B608-1E43D5255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20CB0-82E1-FF47-B856-0C864C4C527A}" type="datetimeFigureOut">
              <a:rPr lang="en-US" smtClean="0"/>
              <a:t>9/22/20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F97DCE-F925-8C4A-A4C1-65FCF9F74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E0639C-0824-A74D-81ED-378C32E8C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4A5D8-7EA6-834D-BC1E-BE4E8FEAA6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975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EE1F20-63A1-8A49-9E43-A2277663F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20CB0-82E1-FF47-B856-0C864C4C527A}" type="datetimeFigureOut">
              <a:rPr lang="en-US" smtClean="0"/>
              <a:t>9/22/20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C2FDE7-5D81-564E-909B-AEA0B767A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EC6426-F4BF-3045-B1FE-31B5F7A29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4A5D8-7EA6-834D-BC1E-BE4E8FEAA6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0953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902F2-6E3E-8148-BBB1-156DB8861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FB0A65-80A1-7D46-94E0-F44184ED37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7D6B4E-657D-604B-808E-66BCCCA248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354CFE-E807-E043-AE12-3DF160FD3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20CB0-82E1-FF47-B856-0C864C4C527A}" type="datetimeFigureOut">
              <a:rPr lang="en-US" smtClean="0"/>
              <a:t>9/22/20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64D50A-1F36-CC47-8D29-306871170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9515A3-A548-3047-8969-D557B7B9B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4A5D8-7EA6-834D-BC1E-BE4E8FEAA6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1364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5595D-4A38-474B-B33D-9330DACC83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60DEF4-35E8-BA42-8EF1-93A808A4CF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EE7FFA-D764-8947-B0B7-6E84BC8E59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23D427-E0CF-BA47-A37D-B5FED584E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20CB0-82E1-FF47-B856-0C864C4C527A}" type="datetimeFigureOut">
              <a:rPr lang="en-US" smtClean="0"/>
              <a:t>9/22/20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0C2104-AF96-D14F-9538-1FED453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FB3861-77B0-474E-8E57-4FDA5EAEE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4A5D8-7EA6-834D-BC1E-BE4E8FEAA6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4430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1C5F4-BD97-A243-A1A0-7038277FC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5046BC-AE3F-D14B-903A-EC9B604ED9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3EB276-FB4D-0D47-8855-B295D73B4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20CB0-82E1-FF47-B856-0C864C4C527A}" type="datetimeFigureOut">
              <a:rPr lang="en-US" smtClean="0"/>
              <a:t>9/22/20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91B973-4195-EA4C-95CB-C65D04D47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B35726-637E-A841-B2B6-38F227DE0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4A5D8-7EA6-834D-BC1E-BE4E8FEAA6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3349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FA2B784-12A6-774F-A4C2-5CC33C4BB5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D1F445-097D-754C-9E64-4D4246A0EC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57C915-1C4F-9A49-9927-E70989C08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20CB0-82E1-FF47-B856-0C864C4C527A}" type="datetimeFigureOut">
              <a:rPr lang="en-US" smtClean="0"/>
              <a:t>9/22/20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2C409A-4772-514A-BF1B-636723373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05CEEC-B0EF-4543-9B9A-560032285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4A5D8-7EA6-834D-BC1E-BE4E8FEAA6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6786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B40EB9-E07D-EA40-91A5-4F6EEE70A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CAB5C-CA57-8049-AB43-B18FA2CD22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56C963-650D-384C-8888-05C0B75399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220CB0-82E1-FF47-B856-0C864C4C527A}" type="datetimeFigureOut">
              <a:rPr lang="en-US" smtClean="0"/>
              <a:t>9/22/20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65035E-63F9-C740-9E62-7865F70E31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56A7B1-B4A4-834B-A43F-96C5F62222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44A5D8-7EA6-834D-BC1E-BE4E8FEAA6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685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93099-A013-404E-8880-710FA208D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8B9E3C-13AA-BC44-8AD6-97A231B486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b="1" dirty="0"/>
              <a:t>Exercise #1</a:t>
            </a:r>
          </a:p>
          <a:p>
            <a:r>
              <a:rPr lang="en-SG" dirty="0"/>
              <a:t>Modify the cities table by adding a new </a:t>
            </a:r>
            <a:r>
              <a:rPr lang="en-SG" dirty="0" err="1"/>
              <a:t>boolean</a:t>
            </a:r>
            <a:r>
              <a:rPr lang="en-SG" dirty="0"/>
              <a:t> column that is True if and only if </a:t>
            </a:r>
            <a:r>
              <a:rPr lang="en-SG" i="1" dirty="0"/>
              <a:t>both</a:t>
            </a:r>
            <a:r>
              <a:rPr lang="en-SG" dirty="0"/>
              <a:t> of the following are True:</a:t>
            </a:r>
          </a:p>
          <a:p>
            <a:r>
              <a:rPr lang="en-SG" dirty="0"/>
              <a:t>The city is named after a saint.</a:t>
            </a:r>
          </a:p>
          <a:p>
            <a:r>
              <a:rPr lang="en-SG" dirty="0"/>
              <a:t>The city has an area greater than 50 square miles.</a:t>
            </a:r>
          </a:p>
          <a:p>
            <a:r>
              <a:rPr lang="en-SG" b="1" dirty="0"/>
              <a:t>Note:</a:t>
            </a:r>
            <a:r>
              <a:rPr lang="en-SG" dirty="0"/>
              <a:t> Boolean Series are combined using the bitwise, rather than the traditional </a:t>
            </a:r>
            <a:r>
              <a:rPr lang="en-SG" dirty="0" err="1"/>
              <a:t>boolean</a:t>
            </a:r>
            <a:r>
              <a:rPr lang="en-SG" dirty="0"/>
              <a:t>, operators. For example, when performing </a:t>
            </a:r>
            <a:r>
              <a:rPr lang="en-SG" i="1" dirty="0"/>
              <a:t>logical and</a:t>
            </a:r>
            <a:r>
              <a:rPr lang="en-SG" dirty="0"/>
              <a:t>, use &amp; instead of and.</a:t>
            </a:r>
          </a:p>
          <a:p>
            <a:r>
              <a:rPr lang="en-SG" b="1" dirty="0"/>
              <a:t>Hint:</a:t>
            </a:r>
            <a:r>
              <a:rPr lang="en-SG" dirty="0"/>
              <a:t> "San" in Spanish means "saint."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B94A84-84A6-154A-9F8E-41FFBECFCA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2018</a:t>
            </a:r>
            <a:endParaRPr lang="mr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D3EA12-C1D4-BF41-BD2A-079901D23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50.038 Computational Data Science – Features, Data, Time Series</a:t>
            </a:r>
            <a:endParaRPr lang="en-SG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2EAA99-DB8A-EA44-A48A-ECA794BA1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pPr/>
              <a:t>1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4365118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3C785-9B4A-4E42-921B-DBCB87E1D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2</a:t>
            </a:r>
          </a:p>
        </p:txBody>
      </p:sp>
      <p:pic>
        <p:nvPicPr>
          <p:cNvPr id="8" name="Content Placeholder 7" descr="A screenshot of a cell phone&#10;&#10;Description automatically generated">
            <a:extLst>
              <a:ext uri="{FF2B5EF4-FFF2-40B4-BE49-F238E27FC236}">
                <a16:creationId xmlns:a16="http://schemas.microsoft.com/office/drawing/2014/main" id="{3B510D75-D709-254A-8C54-5F5E664954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0800" y="3496514"/>
            <a:ext cx="4470400" cy="2540000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41076E-CE55-E442-B23F-FF4054CD0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2018</a:t>
            </a:r>
            <a:endParaRPr lang="mr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8DE81F-3818-B14B-81DF-CA6D0A630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50.038 Computational Data Science – Features, Data, Time Series</a:t>
            </a:r>
            <a:endParaRPr lang="en-SG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36B825-3617-A841-98B6-A1F4D729C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pPr/>
              <a:t>2</a:t>
            </a:fld>
            <a:endParaRPr lang="uk-UA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172A1F-76F0-3645-B3C2-23ED21D2677A}"/>
              </a:ext>
            </a:extLst>
          </p:cNvPr>
          <p:cNvSpPr txBox="1"/>
          <p:nvPr/>
        </p:nvSpPr>
        <p:spPr>
          <a:xfrm>
            <a:off x="1204332" y="1442435"/>
            <a:ext cx="945623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Create 2 </a:t>
            </a:r>
            <a:r>
              <a:rPr lang="en-US" sz="2800" dirty="0" err="1"/>
              <a:t>dataframes</a:t>
            </a:r>
            <a:r>
              <a:rPr lang="en-US" sz="2800" dirty="0"/>
              <a:t> in pandas based on the information below and calculate </a:t>
            </a:r>
            <a:r>
              <a:rPr lang="en-US" sz="2800" dirty="0" err="1"/>
              <a:t>tf-idf</a:t>
            </a:r>
            <a:r>
              <a:rPr lang="en-US" sz="2800" dirty="0"/>
              <a:t> score for each word in document d1 and d2. The function you try to design is </a:t>
            </a:r>
            <a:r>
              <a:rPr lang="en-US" sz="2800" dirty="0" err="1"/>
              <a:t>tfidf</a:t>
            </a:r>
            <a:r>
              <a:rPr lang="en-US" sz="2800" dirty="0"/>
              <a:t>(</a:t>
            </a:r>
            <a:r>
              <a:rPr lang="en-US" sz="2800" dirty="0" err="1"/>
              <a:t>w,d</a:t>
            </a:r>
            <a:r>
              <a:rPr lang="en-US" sz="2800" dirty="0"/>
              <a:t>) where w can be any word in the vocabulary and d is either d1 and d2.</a:t>
            </a:r>
          </a:p>
        </p:txBody>
      </p:sp>
    </p:spTree>
    <p:extLst>
      <p:ext uri="{BB962C8B-B14F-4D97-AF65-F5344CB8AC3E}">
        <p14:creationId xmlns:p14="http://schemas.microsoft.com/office/powerpoint/2010/main" val="169596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DAC69-747E-374D-8919-97BB80A7A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88DC05-01B1-8641-9A91-E4D4A84FE6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1662"/>
            <a:ext cx="10515600" cy="537706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Run </a:t>
            </a:r>
            <a:r>
              <a:rPr lang="en-US" dirty="0" err="1"/>
              <a:t>eigenfaces.py</a:t>
            </a:r>
            <a:r>
              <a:rPr lang="en-US" dirty="0"/>
              <a:t> </a:t>
            </a:r>
          </a:p>
          <a:p>
            <a:r>
              <a:rPr lang="en-US" dirty="0"/>
              <a:t>Change the number of principal components to 200, 250 and 500. </a:t>
            </a:r>
            <a:r>
              <a:rPr lang="en-US"/>
              <a:t>Explain </a:t>
            </a:r>
            <a:r>
              <a:rPr lang="en-US" dirty="0"/>
              <a:t>the changes you observe in the reconstructed output.</a:t>
            </a:r>
          </a:p>
          <a:p>
            <a:r>
              <a:rPr lang="en-US" dirty="0"/>
              <a:t>Read the PCA class/function in </a:t>
            </a:r>
            <a:r>
              <a:rPr lang="en-US" dirty="0" err="1"/>
              <a:t>sklearn</a:t>
            </a:r>
            <a:r>
              <a:rPr lang="en-US" dirty="0"/>
              <a:t> and tell the TAs the methods </a:t>
            </a:r>
            <a:r>
              <a:rPr lang="en-US" dirty="0" err="1"/>
              <a:t>sklearn</a:t>
            </a:r>
            <a:r>
              <a:rPr lang="en-US" dirty="0"/>
              <a:t> uses to find the eigenvectors and eigenvalues.</a:t>
            </a:r>
          </a:p>
          <a:p>
            <a:r>
              <a:rPr lang="en-US" dirty="0"/>
              <a:t>Fill in the blank: in PCA, given data matrix X of shape n*d where n is the number of data points and d is the dimension of the data, we calculate eigenvectors and eigenvalues of M which is ________ of X.</a:t>
            </a:r>
          </a:p>
          <a:p>
            <a:r>
              <a:rPr lang="en-US" dirty="0"/>
              <a:t>X is the input matrix with shape n*d where n is the number of data points and d is the dimension of the data. Lets assume </a:t>
            </a:r>
            <a:r>
              <a:rPr lang="en-US" dirty="0" err="1"/>
              <a:t>Cov</a:t>
            </a:r>
            <a:r>
              <a:rPr lang="en-US" dirty="0"/>
              <a:t>(X) = A</a:t>
            </a:r>
            <a:r>
              <a:rPr lang="en-US" baseline="30000" dirty="0"/>
              <a:t>T</a:t>
            </a:r>
            <a:r>
              <a:rPr lang="en-US" dirty="0"/>
              <a:t>A and A = f(X). Find the function f to apply on X that gives you A. </a:t>
            </a:r>
            <a:r>
              <a:rPr lang="en-US" dirty="0" err="1"/>
              <a:t>Cov</a:t>
            </a:r>
            <a:r>
              <a:rPr lang="en-US" dirty="0"/>
              <a:t>(X) is the covariance matrix of X.</a:t>
            </a:r>
          </a:p>
          <a:p>
            <a:r>
              <a:rPr lang="en-US" dirty="0"/>
              <a:t>Why do we sort eigenvalues and select eigenvectors in the decreasing order of eigenvalues.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75019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209</TotalTime>
  <Words>352</Words>
  <Application>Microsoft Macintosh PowerPoint</Application>
  <PresentationFormat>Widescreen</PresentationFormat>
  <Paragraphs>22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Exercise 1</vt:lpstr>
      <vt:lpstr>Exercise 2</vt:lpstr>
      <vt:lpstr>Exercise 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Exercise 1</dc:title>
  <dc:creator>Soujanya Poria (Dr)</dc:creator>
  <cp:lastModifiedBy>Soujanya Poria</cp:lastModifiedBy>
  <cp:revision>7</cp:revision>
  <dcterms:created xsi:type="dcterms:W3CDTF">2019-09-27T00:38:37Z</dcterms:created>
  <dcterms:modified xsi:type="dcterms:W3CDTF">2020-09-22T14:44:57Z</dcterms:modified>
</cp:coreProperties>
</file>